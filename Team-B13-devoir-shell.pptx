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30D88-3404-6790-9E02-FCDA8A010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0545A-2AFB-902D-4EDC-C795AF177E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6A361-1822-0D0A-C088-00502592D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EE2C9-2924-0EB8-D59B-BEE02130E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4596E-C2B8-7114-67F1-9DE6609EA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155323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A5952-23B1-02FD-EAA8-6236B04D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84B88-1EF8-4E33-428A-EB79A3B9A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5AAA6-6787-B049-31FE-7ECE24EEF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341D1-CB9D-7B39-57F4-BD303019F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B88C8-206E-F4DF-719E-A31A43B67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151380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21FBA-89A6-5F79-29B2-4440A7401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79022-A558-7FF4-AA09-F79C7CFBF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A523E-4E95-953D-4CE0-DA198889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255D2-3F05-C7E0-7023-45D0D5D4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40841-B7F1-A269-3499-88C776099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452075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950D4-2E3E-E1D7-ED41-3A4BC180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8105F-2028-B1F5-A9E0-B51519208E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0B2C8-FA14-0B06-5B84-627DBE1171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E4E422-EC11-0F47-5684-EEB8960E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1FC6E-C070-CFE2-237F-E8B1203AB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CC523-212A-87E7-4E9C-676DA2F25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233513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F259-C735-07ED-DEAD-D7384ED04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49306-93A5-58E4-24DF-7C2BBE424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C8399B-6CD7-B914-8B95-7ABA85FEA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F53B8-B7A1-E8F4-B985-22806189E0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453EF7-D4F4-F95B-C101-E653EA3DBB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FAD226-8A4B-B2E8-DE79-702600CB0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2CA88A-4406-15CA-0EE3-44D6544C8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85BA06-029A-8E56-57EB-A983698A1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026204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A50EB-4008-F6A3-653A-C514C166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9ACBB8-9702-2086-BC9C-72260EDF1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620E4-A7F6-1B5E-0C53-0C55600DA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50C2EF-D164-F8E2-5F4C-5A3A3437C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276612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0CEF7F-1FA2-FC01-8E3E-EE52ABD99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15074-EAD9-6815-D2C0-577412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3C2F8-747A-5167-EE25-20233D974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6366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C010F-780D-B8E8-15CC-BE2FFB42B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4E35B-CC0F-E7A5-C1D3-CF23121AD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9246EE-9D33-9DE9-00B9-1F8FC3231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D83A30-43C4-78AA-756D-00637EAB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46CAF-AD67-714E-1AD6-D7DDECF26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DB2148-08C9-1343-87F4-E4E9C0A3E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59321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7E51-CAFB-7AD0-3C15-351B5A0AA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08491D-6900-2786-FE78-D2109A9C2E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M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F1DD9-FE9C-B54A-BF52-671EA8458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B37ADB-F993-561F-F7B3-D64AB28CC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EE965-1AA6-942A-8352-E9C19EBF3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2356A-C73B-20D8-4166-0AE933AEA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88227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F736B-9A47-92D9-735D-1D27080FA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7D0FA-05D6-3A2E-5343-2275458B1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6359A-A024-9AA2-C763-1AE15E630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37BFE3-132C-06AB-1D66-F3CC3A75E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146B4-1CE4-18B3-BD23-38059631F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360261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5F6DA1-2F10-76B7-626D-AE5E4D7014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03C5DE-57F5-8DE8-BBED-368071178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6DF24-D1C8-68F8-11FD-A8D682DB5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39FC1-FBDE-FFB5-F125-7A4FD694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AE13B-78FB-BF10-4E99-48330866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528906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E1875-8BE1-B621-7CF4-6C8DC94CE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A7898-CB5D-8287-72DD-2EFB669852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5759B-53D8-CF86-871D-78ED38AB9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6DC6F3-0B7C-451D-9B0D-699860A4BBF5}" type="datetimeFigureOut">
              <a:rPr lang="fr-MA" smtClean="0"/>
              <a:t>14/05/2026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33F98-DB83-2442-D586-757A4782E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1531C-B468-B02F-6A28-53673756D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F1EBC-AB6D-4EC7-B853-8787C8C8C20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774455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AC881-DC85-C102-216A-0759674391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42C15-4B61-C352-67CC-6278F64A4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MA"/>
          </a:p>
        </p:txBody>
      </p:sp>
      <p:pic>
        <p:nvPicPr>
          <p:cNvPr id="5" name="Picture 4" descr="A screenshot of a computer">
            <a:extLst>
              <a:ext uri="{FF2B5EF4-FFF2-40B4-BE49-F238E27FC236}">
                <a16:creationId xmlns:a16="http://schemas.microsoft.com/office/drawing/2014/main" id="{BEEEE21B-0553-950F-6DEB-6721C36F09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81" y="0"/>
            <a:ext cx="105394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250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Aissam Bamouh</dc:creator>
  <cp:lastModifiedBy>Aissam Bamouh</cp:lastModifiedBy>
  <cp:revision>3</cp:revision>
  <dcterms:created xsi:type="dcterms:W3CDTF">2026-05-14T18:03:17Z</dcterms:created>
  <dcterms:modified xsi:type="dcterms:W3CDTF">2026-05-14T18:06:40Z</dcterms:modified>
</cp:coreProperties>
</file>