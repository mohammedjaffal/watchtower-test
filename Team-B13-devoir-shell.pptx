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WatchTower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6F97"/>
                </a:solidFill>
              </a:rPr>
              <a:t>Multi-Server Remote Health Monitor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0352" y="12984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Mini projet Bash - Windows / Unix / Linux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Besoin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Eviter les connexions SSH manuelles serveur par serveur.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</a:rPr>
              <a:t>Un script Bash lit servers.conf, collecte les metriques et affiche un dashboard live.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Execution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./watchtower -t -i 2 -l ./logs -c servers.conf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594360"/>
            <a:ext cx="6903720" cy="4251960"/>
          </a:xfrm>
          <a:prstGeom prst="roundRect">
            <a:avLst>
              <a:gd name="adj" fmla="val 129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868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WATCHTOWER v1.0 - Live Monitor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35331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  OS   CPU   RAM   SVC   Status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server1   linux   4%   5%   1/1   HEALTHY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35915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server2   linux   92%   6%   1/1   CRITICAL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86207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server3   linux   2%   5%   1/1   HEALTHY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33649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server5   windows   8%   59%   1/1   HEALTHY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server2 CPU threshold exceeded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Directives couvertes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539496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</a:rPr>
              <a:t>• Docker: docker stats depuis l hote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</a:rPr>
              <a:t>• Linux: SSH + commandes Unix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</a:rPr>
              <a:t>• Windows: SSH + PowerShell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</a:rPr>
              <a:t>• Modes: -s subshell, -f fork, -t pthread helper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</a:rPr>
              <a:t>• Logs: history.log + backup tar.gz (-b)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94360" y="63550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97"/>
                </a:solidFill>
              </a:rPr>
              <a:t>Demo 5 min: light 2 Docker (-s)  |  medium 3 Docker (-t)  |  heavy 4 Docker + Windows (-f + stress)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ENSET Mohammedia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WatchTower</dc:title>
  <dc:subject>Bash mini project</dc:subject>
  <dc:creator>WatchTower Team</dc:creator>
  <cp:lastModifiedBy>WatchTower Team</cp:lastModifiedBy>
  <cp:revision>1</cp:revision>
  <dcterms:created xsi:type="dcterms:W3CDTF">2026-04-24T10:41:05Z</dcterms:created>
  <dcterms:modified xsi:type="dcterms:W3CDTF">2026-04-24T10:41:05Z</dcterms:modified>
</cp:coreProperties>
</file>